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80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3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9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2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0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4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4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04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52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49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66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8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547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56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F695DC-7A51-497D-88FB-0AAC54BC5AA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B0B0D0F-D343-488F-9817-BAE3DA4A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33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105D-E0E7-55A0-A1D5-E6CE90BE4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Transformer-based RAG QA-Assistant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25756-6612-D4CA-40C1-FC894AE53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Ali Ashraf</a:t>
            </a:r>
          </a:p>
          <a:p>
            <a:r>
              <a:rPr lang="en-US" dirty="0"/>
              <a:t>Youssef Ehab</a:t>
            </a:r>
          </a:p>
          <a:p>
            <a:r>
              <a:rPr lang="en-US" dirty="0"/>
              <a:t>Youssef Yasser </a:t>
            </a:r>
          </a:p>
        </p:txBody>
      </p:sp>
    </p:spTree>
    <p:extLst>
      <p:ext uri="{BB962C8B-B14F-4D97-AF65-F5344CB8AC3E}">
        <p14:creationId xmlns:p14="http://schemas.microsoft.com/office/powerpoint/2010/main" val="418364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843A-5520-40F3-08AF-91520476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E59E3-6DF7-AE68-262F-26FFE8130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you’re building a Question-Answering assistant that must understand long documents , research papers, legal contracts, technical manuals, and return answers grounded only in the source text. Traditional search tools give you keywords. Basic neural networks struggle with long-range dependencies. But modern Transformer models shine in this setting.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7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0CD7-F958-C962-F3A7-4473E420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D912-9BA8-D5E2-016A-384E03D50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built a Retrieval-Augmented Generation (RAG) system powered primarily by Transformer models to deliver accurate, context-grounded answers from long unstructured documents (PDF/DOCX).</a:t>
            </a:r>
          </a:p>
        </p:txBody>
      </p:sp>
    </p:spTree>
    <p:extLst>
      <p:ext uri="{BB962C8B-B14F-4D97-AF65-F5344CB8AC3E}">
        <p14:creationId xmlns:p14="http://schemas.microsoft.com/office/powerpoint/2010/main" val="903564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226D-4A8E-1520-C0BC-9DA7D213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Transformers + RAG?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037A06-0B1C-E4E8-7012-B629B1855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0909" y="2274838"/>
            <a:ext cx="104483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 Semantic Retrieval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 capture deep contextual meaning, enabling highly accurate document matching.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Context-Grounded Answers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Retrieved evidence is injected directly into the model’s input, producing fact-based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Hallucination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constrains the model to answer using only retrieved, relevant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Scales with Large Knowledge Bases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vector search (FAISS or similar) allows retrieval from millions of documents with low latency.</a:t>
            </a:r>
          </a:p>
        </p:txBody>
      </p:sp>
    </p:spTree>
    <p:extLst>
      <p:ext uri="{BB962C8B-B14F-4D97-AF65-F5344CB8AC3E}">
        <p14:creationId xmlns:p14="http://schemas.microsoft.com/office/powerpoint/2010/main" val="236023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9C51-0A97-5DA0-1F5E-57C77BC7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AC48FA-1D65-922E-9B1F-FA1AB85372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375" y="2435195"/>
            <a:ext cx="661373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Ingestion &amp; Preprocessing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PDFs/DOCX → cleaned text → chunked for retrieval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sentence embeddings for semantic representation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Retrieval Layer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FAISS (or alternative) for fast similarity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context-grounded answers using retrieved evidence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relevance, accuracy, and retrieval quality</a:t>
            </a:r>
          </a:p>
        </p:txBody>
      </p:sp>
    </p:spTree>
    <p:extLst>
      <p:ext uri="{BB962C8B-B14F-4D97-AF65-F5344CB8AC3E}">
        <p14:creationId xmlns:p14="http://schemas.microsoft.com/office/powerpoint/2010/main" val="45884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DD1D-EC17-D533-D049-3C3E26CC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RAG vs Seq2Seq LSTM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05B5FA-8361-7B10-D74D-8FF135C77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396" y="2065867"/>
            <a:ext cx="6526604" cy="3815217"/>
          </a:xfrm>
        </p:spPr>
      </p:pic>
    </p:spTree>
    <p:extLst>
      <p:ext uri="{BB962C8B-B14F-4D97-AF65-F5344CB8AC3E}">
        <p14:creationId xmlns:p14="http://schemas.microsoft.com/office/powerpoint/2010/main" val="3332039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8713-B2B5-37A1-D51A-F8BFE2BE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Output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3A9ED5EF-4949-4824-3224-21E710F48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9" y="1652927"/>
            <a:ext cx="5667094" cy="3139207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5B24A1-83BF-74C6-8AFD-E0C4BCC5C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13" y="1652927"/>
            <a:ext cx="5772295" cy="313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1508-48F9-FE2B-18D0-5EAD818C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597" y="202496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SEQ2SEQ output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547A523E-4FCA-619C-A69B-59B98C621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79" y="1464551"/>
            <a:ext cx="5195243" cy="2935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EE198F-9207-85A9-3379-9FDA188B9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68" y="1464551"/>
            <a:ext cx="5453416" cy="28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76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37</TotalTime>
  <Words>241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Celestial</vt:lpstr>
      <vt:lpstr>Transformer-based RAG QA-Assistant </vt:lpstr>
      <vt:lpstr>Introduction </vt:lpstr>
      <vt:lpstr>Our Solution </vt:lpstr>
      <vt:lpstr>Why Transformers + RAG? </vt:lpstr>
      <vt:lpstr>RAG PIPELINE</vt:lpstr>
      <vt:lpstr>Transformer RAG vs Seq2Seq LSTM</vt:lpstr>
      <vt:lpstr>Transformer Output</vt:lpstr>
      <vt:lpstr>SEQ2SEQ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ashraf</dc:creator>
  <cp:lastModifiedBy>ali ashraf</cp:lastModifiedBy>
  <cp:revision>3</cp:revision>
  <dcterms:created xsi:type="dcterms:W3CDTF">2025-12-12T20:26:57Z</dcterms:created>
  <dcterms:modified xsi:type="dcterms:W3CDTF">2025-12-12T22:11:26Z</dcterms:modified>
</cp:coreProperties>
</file>